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9144000"/>
  <p:embeddedFontLst>
    <p:embeddedFont>
      <p:font typeface="Lato Black"/>
      <p:bold r:id="rId27"/>
      <p:boldItalic r:id="rId28"/>
    </p:embeddedFont>
    <p:embeddedFont>
      <p:font typeface="Libre Baskerville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47231A-DAB0-4377-A459-A971A86660C7}">
  <a:tblStyle styleId="{A447231A-DAB0-4377-A459-A971A86660C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LatoBlack-boldItalic.fntdata"/><Relationship Id="rId27" Type="http://schemas.openxmlformats.org/officeDocument/2006/relationships/font" Target="fonts/LatoBlack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ibreBaskervill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ibreBaskerville-italic.fntdata"/><Relationship Id="rId30" Type="http://schemas.openxmlformats.org/officeDocument/2006/relationships/font" Target="fonts/LibreBaskerville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LibreBaskerville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6" name="Google Shape;9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d5023cd50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d5023cd50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dd5023cd50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d5023cd50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d5023cd50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dd5023cd50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d5023cd50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d5023cd50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dd5023cd50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d5023cd50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d5023cd50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dd5023cd50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d5023cd50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d5023cd50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dd5023cd50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d5023cd50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d5023cd50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dd5023cd50_0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d5023cd50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d5023cd50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dd5023cd50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d5023cd50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d5023cd50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dd5023cd50_0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d5023cd50_0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dd5023cd50_0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dd5023cd50_0_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d5023cd50_0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dd5023cd50_0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dd5023cd50_0_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d5023cd50_0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d5023cd50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dd5023cd50_0_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d5023cd50_0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dd5023cd50_0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dd5023cd50_0_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d5023cd50_0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dd5023cd50_0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dd5023cd50_0_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d5023cd50_0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dd5023cd50_0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dd5023cd50_0_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dd5023cd50_0_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dd5023cd50_0_1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dd5023cd50_0_1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dd5023cd50_0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dd5023cd50_0_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dd5023cd50_0_1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d5023cd50_0_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dd5023cd50_0_1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dd5023cd50_0_1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5" name="Google Shape;24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3"/>
          <p:cNvPicPr preferRelativeResize="0"/>
          <p:nvPr/>
        </p:nvPicPr>
        <p:blipFill rotWithShape="1">
          <a:blip r:embed="rId3">
            <a:alphaModFix/>
          </a:blip>
          <a:srcRect b="-8870" l="0" r="0" t="8870"/>
          <a:stretch/>
        </p:blipFill>
        <p:spPr>
          <a:xfrm>
            <a:off x="592" y="0"/>
            <a:ext cx="12190813" cy="66941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1656900" y="5873175"/>
            <a:ext cx="8413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World Wide Energy Consumption Analysis using SQL</a:t>
            </a:r>
            <a:endParaRPr b="1" i="0" sz="2800" u="none" cap="none" strike="noStrike">
              <a:solidFill>
                <a:srgbClr val="000000"/>
              </a:solidFill>
            </a:endParaRPr>
          </a:p>
        </p:txBody>
      </p:sp>
      <p:pic>
        <p:nvPicPr>
          <p:cNvPr id="100" name="Google Shape;10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5000" y="2974425"/>
            <a:ext cx="6264124" cy="289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/>
          <p:nvPr/>
        </p:nvSpPr>
        <p:spPr>
          <a:xfrm>
            <a:off x="427656" y="416554"/>
            <a:ext cx="6099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b="0" i="0" lang="en-IN" sz="3200" u="none" cap="none" strike="noStrik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Team Member</a:t>
            </a:r>
            <a:r>
              <a:rPr lang="en-IN" sz="320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s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6" name="Google Shape;106;p14"/>
          <p:cNvGraphicFramePr/>
          <p:nvPr/>
        </p:nvGraphicFramePr>
        <p:xfrm>
          <a:off x="500025" y="1188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{A447231A-DAB0-4377-A459-A971A86660C7}</a:tableStyleId>
              </a:tblPr>
              <a:tblGrid>
                <a:gridCol w="3749500"/>
                <a:gridCol w="3749500"/>
                <a:gridCol w="3749500"/>
              </a:tblGrid>
              <a:tr h="4935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👤M. Sandeep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(MCA)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About Me: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Passionate about data and problem solving.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Why Data Science: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Interested in analyzing data and extracting insights to support decision-making.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Experience: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Fresher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🔗LinkedIn: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[https://www.linkedin.com/in/sandeep-marpaka-859626374/]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🔗GitHub: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[https://github.com/SandeepMarpaka?tab=overview&amp;from=2026-02-01&amp;to=2026-02-23]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👤V Amar Kanth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(B.Tech)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About Me: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Interested in technology and data-driven solutions.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Why Data Science: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Excited about transforming raw data into meaningful insights for business growth.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Experience: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Fresher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🔗LinkedIn: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[https://www.linkedin.com/in/amarkanthv/]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🔗GitHub: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[https://github.com/amar-kanth]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👤V Sharanya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(B.Sc)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About Me: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Enthusiastic learner with interest in data analysis.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Why Data Science: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Motivated to explore patterns in data and solve real-world problems.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Experience: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Fresher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🔗LinkedIn: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[https://www.linkedin.com/in/sharanya-sharanya/]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🔗GitHub: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500"/>
                        <a:t>[https://github.com/sharanya-veerapeta]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b="1" lang="en-IN">
                <a:solidFill>
                  <a:srgbClr val="FF0000"/>
                </a:solidFill>
              </a:rPr>
              <a:t>Agenda 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2" name="Google Shape;112;p15"/>
          <p:cNvSpPr txBox="1"/>
          <p:nvPr>
            <p:ph idx="1" type="body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/>
              <a:t>• Introduction  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/>
              <a:t>• Objective of the Project  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/>
              <a:t>• Dataset Overview  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/>
              <a:t>• Database Design (ER Diagram)  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/>
              <a:t>• Key Analysis Questions (Use Cases)  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/>
              <a:t>• SQL Analysis &amp; Results  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/>
              <a:t>• Conclusion (Key Findings)  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/>
              <a:t>• Experience &amp; Challenges  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/>
              <a:t>• Q&amp;A  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rgbClr val="FF0000"/>
                </a:solidFill>
              </a:rPr>
              <a:t>INTRODUCTION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9" name="Google Shape;119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This project focuses on analyzing global energy consumption data.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We aim to understand: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Relationship between GDP, emissions, and population  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Trends in global energy usage  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Impact of economic growth on environment  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Data Source: EIA (Energy Information Administration)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rgbClr val="FF0000"/>
                </a:solidFill>
              </a:rPr>
              <a:t>OBJECTIVE OF THE PROJECT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26" name="Google Shape;126;p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To analyze global energy data using SQL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To identify patterns in emissions, GDP, and population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To understand how economic growth affects energy usage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To generate meaningful insights for decision-making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rgbClr val="FF0000"/>
                </a:solidFill>
              </a:rPr>
              <a:t>DATASET OVERVIEW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33" name="Google Shape;133;p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The dataset consists of 6 tables: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country (central table)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consumption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production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emission_3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gdp_3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population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All tables are connected using country as foreign key.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0000" y="838650"/>
            <a:ext cx="6289076" cy="449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rgbClr val="FF0000"/>
                </a:solidFill>
              </a:rPr>
              <a:t>ER DIAGRA</a:t>
            </a:r>
            <a:r>
              <a:rPr b="1" lang="en-IN">
                <a:solidFill>
                  <a:srgbClr val="FF0000"/>
                </a:solidFill>
              </a:rPr>
              <a:t>M(Database Design</a:t>
            </a:r>
            <a:r>
              <a:rPr lang="en-IN" sz="2800"/>
              <a:t>) 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41" name="Google Shape;141;p1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country is the central table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One-to-many relationships exist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All tables are linked through country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Example: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country → emission_3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country → population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country → production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1150" y="1503825"/>
            <a:ext cx="5533174" cy="474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rgbClr val="FF0000"/>
                </a:solidFill>
              </a:rPr>
              <a:t>KEY ANALYSIS QUESTIONS (USE CASES)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49" name="Google Shape;149;p2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What is total emission per country?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What are top countries by GDP?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How have emissions changed over time?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What is emission-to-GDP ratio?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How does population affect emissions?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What is global average trend?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rgbClr val="FF0000"/>
                </a:solidFill>
              </a:rPr>
              <a:t>DATA PREPARATION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56" name="Google Shape;156;p2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Created database in MySQL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Created tables using SQL queries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Imported CSV files using import wizard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Established relationships using foreign keys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Verified data using SELECT queries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1143000"/>
            <a:ext cx="3991375" cy="321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rgbClr val="FF0000"/>
                </a:solidFill>
              </a:rPr>
              <a:t>SAMPLE SQL QUERIES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64" name="Google Shape;164;p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SELECT country, SUM(emission)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FROM emission_3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GROUP BY country;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SELECT year, AVG(value)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FROM gdp_3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GROUP BY year;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0450" y="272050"/>
            <a:ext cx="5676725" cy="590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rgbClr val="FF0000"/>
                </a:solidFill>
              </a:rPr>
              <a:t>GLOBAL EMISSION TREND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72" name="Google Shape;172;p2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Emissions increase year by year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Growth is consistent across years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Indicates rising global energy consumption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5100" y="540950"/>
            <a:ext cx="4489374" cy="523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rgbClr val="FF0000"/>
                </a:solidFill>
              </a:rPr>
              <a:t>GDP TREND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80" name="Google Shape;180;p2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GDP is increasing globally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Shows economic growth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Growth is steady across years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6175" y="61525"/>
            <a:ext cx="6371450" cy="602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rgbClr val="FF0000"/>
                </a:solidFill>
              </a:rPr>
              <a:t>POPULATION VS EMISSIONS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88" name="Google Shape;188;p2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Population growth increases energy demand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Higher population → higher emissions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But industrialization also plays a key role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8925" y="103950"/>
            <a:ext cx="4299525" cy="60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rgbClr val="FF0000"/>
                </a:solidFill>
              </a:rPr>
              <a:t>RATIO ANALYSIS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96" name="Google Shape;196;p2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Measures environmental efficiency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High ratio → more pollution per GDP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Low ratio → better efficiency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7" name="Google Shape;19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1975" y="0"/>
            <a:ext cx="5353900" cy="605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rgbClr val="FF0000"/>
                </a:solidFill>
              </a:rPr>
              <a:t>PER CAPITA ANALYSIS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04" name="Google Shape;204;p2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Consumption per capita varies across countries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Developed countries → higher usage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Developing countries → lower usage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6550" y="56575"/>
            <a:ext cx="4115451" cy="602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rgbClr val="FF0000"/>
                </a:solidFill>
              </a:rPr>
              <a:t>GLOBAL COMPARISON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12" name="Google Shape;212;p2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China is the largest emitter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USA has high emissions despite lower population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India has high population but moderate emissions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6625" y="0"/>
            <a:ext cx="3705375" cy="602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rgbClr val="FF0000"/>
                </a:solidFill>
              </a:rPr>
              <a:t>GLOBAL AVERAGE ANALYSIS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20" name="Google Shape;220;p2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GDP is increasing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Emissions are increasing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Population is increasing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All three show upward trend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1" name="Google Shape;22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8525" y="287775"/>
            <a:ext cx="5105250" cy="58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rgbClr val="FF0000"/>
                </a:solidFill>
              </a:rPr>
              <a:t>KEY FINDINGS (CONCLUSION)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28" name="Google Shape;228;p3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GDP, population, and emissions are increasing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Economic growth leads to higher energy demand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Few countries dominate global emissions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Industrialization impacts emissions more than population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rgbClr val="FF0000"/>
                </a:solidFill>
              </a:rPr>
              <a:t>EXPERIENCE &amp; CHALLENGES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35" name="Google Shape;235;p3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Worked with real-world dataset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Improved SQL and analytical skills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Faced challenges in joins and data cleaning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• Learned database design and relationships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rgbClr val="FF0000"/>
                </a:solidFill>
              </a:rPr>
              <a:t>Questions &amp; Answers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242" name="Google Shape;24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7750" y="1913900"/>
            <a:ext cx="6716600" cy="387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3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b="0" i="0" lang="en-IN" sz="4400" u="none" cap="none" strike="noStrik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